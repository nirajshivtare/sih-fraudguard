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Email Threat Detection, GeoLocation</a:t>
            </a:r>
          </a:p>
          <a:p>
            <a:r>
              <a:t>and Forensic Intelligence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India Hackathon (SIH) 2026</a:t>
            </a:r>
          </a:p>
          <a:p>
            <a:r>
              <a:t>Problem Statement: PS 106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Background: The Phishing Epidemic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Email remains a widely used, yet highly exploited communication channel.</a:t>
            </a:r>
          </a:p>
          <a:p>
            <a:pPr>
              <a:defRPr sz="2200"/>
            </a:pPr>
            <a:r>
              <a:t>Attack vectors: Phishing, impersonation, BEC (Business Email Compromise), fraud, and malware.</a:t>
            </a:r>
          </a:p>
          <a:p>
            <a:pPr>
              <a:defRPr sz="2200"/>
            </a:pPr>
            <a:r>
              <a:t>Threat actors use spoofed domains, deceptive identities, and AI-generated text.</a:t>
            </a:r>
          </a:p>
          <a:p>
            <a:pPr>
              <a:defRPr sz="2200"/>
            </a:pPr>
            <a:r>
              <a:t>Traditional spam filters and rule-based systems are insufficient against modern 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Current tools block suspicious content but lack deep forensic tracing.</a:t>
            </a:r>
          </a:p>
          <a:p>
            <a:pPr>
              <a:defRPr sz="2200"/>
            </a:pPr>
            <a:r>
              <a:t>They fail to correlate email headers, relay paths, SPF/DKIM/DMARC, IP reputation, and geolocation.</a:t>
            </a:r>
          </a:p>
          <a:p>
            <a:pPr>
              <a:defRPr sz="2200"/>
            </a:pPr>
            <a:r>
              <a:t>Organizations lack the capability to trace the source path and identify sender infrastructure.</a:t>
            </a:r>
          </a:p>
          <a:p>
            <a:pPr>
              <a:defRPr sz="2200"/>
            </a:pPr>
            <a:r>
              <a:t>A gap exists in generating forensic intelligence to identify the attacker's true origin.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 AI-Powered Platform combining NLP, ML, and Forensic Intelligence.</a:t>
            </a:r>
          </a:p>
          <a:p>
            <a:pPr>
              <a:defRPr sz="2200"/>
            </a:pPr>
            <a:r>
              <a:t>Ingests raw emails and validates sender authentication.</a:t>
            </a:r>
          </a:p>
          <a:p>
            <a:pPr>
              <a:defRPr sz="2200"/>
            </a:pPr>
            <a:r>
              <a:t>Extracts IOCs (Indicators of Compromise) and reconstructs relay paths.</a:t>
            </a:r>
          </a:p>
          <a:p>
            <a:pPr>
              <a:defRPr sz="2200"/>
            </a:pPr>
            <a:r>
              <a:t>Analyzes originating IPs and provides GeoLocation data.</a:t>
            </a:r>
          </a:p>
          <a:p>
            <a:pPr>
              <a:defRPr sz="2200"/>
            </a:pPr>
            <a:r>
              <a:t>Generates confidence-based fraud assessments and visual trace maps.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Components: Detection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Fraudulent Email Detection Engine: NLP-based analysis of subject/body, detecting phishing, spoofing, and BEC patterns.</a:t>
            </a:r>
          </a:p>
          <a:p>
            <a:pPr>
              <a:defRPr sz="2200"/>
            </a:pPr>
            <a:r>
              <a:t>2. Email Header &amp; Protocol Analysis: Deep analysis of Return-Path, DKIM, SPF, DMARC, and mail routing anomalies.</a:t>
            </a:r>
          </a:p>
          <a:p>
            <a:pPr>
              <a:defRPr sz="2200"/>
            </a:pPr>
            <a:r>
              <a:t>3. Origin Traceability &amp; Location Analysis: IP extraction, GeoLocation mapping, and Domain Intelligence (WHOIS, DNS).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Components: Correlation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4. Identity Correlation &amp; Attribution: Threat intelligence correlation and Graph-based relationship analysis.</a:t>
            </a:r>
          </a:p>
          <a:p>
            <a:pPr>
              <a:defRPr sz="2200"/>
            </a:pPr>
            <a:r>
              <a:t>5. Alerting &amp; Dashboard: Real-time alerts, Analyst dashboard with fraud scores, map tracing, and visual indicators.</a:t>
            </a:r>
          </a:p>
          <a:p>
            <a:pPr>
              <a:defRPr sz="2200"/>
            </a:pPr>
            <a:r>
              <a:t>6. Privacy &amp; Compliance Safeguards: Secure handling of metadata, evidence preservation, and chain-of-custody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Early and accurate detection of fraudulent/phishing attacks.</a:t>
            </a:r>
          </a:p>
          <a:p>
            <a:pPr>
              <a:defRPr sz="2200"/>
            </a:pPr>
            <a:r>
              <a:t>Improved capability to trace suspicious origins and infrastructure.</a:t>
            </a:r>
          </a:p>
          <a:p>
            <a:pPr>
              <a:defRPr sz="2200"/>
            </a:pPr>
            <a:r>
              <a:t>Enhanced fraud investigation through geolocation and domain intel.</a:t>
            </a:r>
          </a:p>
          <a:p>
            <a:pPr>
              <a:defRPr sz="2200"/>
            </a:pPr>
            <a:r>
              <a:t>Reduction in financial loss and data leaks caused by email fraud.</a:t>
            </a:r>
          </a:p>
          <a:p>
            <a:pPr>
              <a:defRPr sz="2200"/>
            </a:pPr>
            <a:r>
              <a:t>Better institutional readiness for cyber incident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Backend: Python (FastAPI/Django) for high performance AI integration.</a:t>
            </a:r>
          </a:p>
          <a:p>
            <a:pPr>
              <a:defRPr sz="2200"/>
            </a:pPr>
            <a:r>
              <a:t>Frontend: React.js for an interactive Analyst Dashboard.</a:t>
            </a:r>
          </a:p>
          <a:p>
            <a:pPr>
              <a:defRPr sz="2200"/>
            </a:pPr>
            <a:r>
              <a:t>AI/NLP: HuggingFace Transformers, spaCy, Scikit-learn.</a:t>
            </a:r>
          </a:p>
          <a:p>
            <a:pPr>
              <a:defRPr sz="2200"/>
            </a:pPr>
            <a:r>
              <a:t>Database: PostgreSQL (Data) + Neo4j (Graph correlation).</a:t>
            </a:r>
          </a:p>
          <a:p>
            <a:pPr>
              <a:defRPr sz="2200"/>
            </a:pPr>
            <a:r>
              <a:t>Forensics: MaxMind GeoIP, WHOIS APIs, Threat Intel integrations.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