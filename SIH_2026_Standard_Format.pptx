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PS-106: AI-Powered Email Threat Detection &amp; Forensic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Name: [Your Team Name]</a:t>
            </a:r>
          </a:p>
          <a:p>
            <a:r>
              <a:t>Ministry/Organization: [Specific Ministry]</a:t>
            </a:r>
          </a:p>
          <a:p>
            <a:r>
              <a:t>Smart India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/ Approach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Problem: Sophisticated spoofing and fraud evade standard email filters.</a:t>
            </a:r>
          </a:p>
          <a:p>
            <a:pPr>
              <a:defRPr sz="2000"/>
            </a:pPr>
            <a:r>
              <a:t>Proposed Solution: An AI-driven forensic platform to detect threats and trace origins.</a:t>
            </a:r>
          </a:p>
          <a:p>
            <a:pPr>
              <a:defRPr sz="2000"/>
            </a:pPr>
            <a:r>
              <a:t>• AI Detection Engine: NLP &amp; ML classify phishing, BEC, and urgency cues.</a:t>
            </a:r>
          </a:p>
          <a:p>
            <a:pPr>
              <a:defRPr sz="2000"/>
            </a:pPr>
            <a:r>
              <a:t>• Header &amp; Protocol Forensics: Deep analysis of SPF/DKIM/DMARC and routing.</a:t>
            </a:r>
          </a:p>
          <a:p>
            <a:pPr>
              <a:defRPr sz="2000"/>
            </a:pPr>
            <a:r>
              <a:t>• Origin Traceability: Extracts IP hop chains, maps GeoLocation, and WHOIS data.</a:t>
            </a:r>
          </a:p>
          <a:p>
            <a:pPr>
              <a:defRPr sz="2000"/>
            </a:pPr>
            <a:r>
              <a:t>• Graph Correlation: Maps relationships between domains, IPs, and campaigns.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Institutional Security: Real-time blocking of sophisticated phishing before user interaction.</a:t>
            </a:r>
          </a:p>
          <a:p>
            <a:pPr>
              <a:defRPr sz="2000"/>
            </a:pPr>
            <a:r>
              <a:t>2. Forensic Investigation: Assisting law enforcement with visual trace maps of attacker origins.</a:t>
            </a:r>
          </a:p>
          <a:p>
            <a:pPr>
              <a:defRPr sz="2000"/>
            </a:pPr>
            <a:r>
              <a:t>3. Financial Fraud Prevention: Flagging compromised accounts and invoice diversion attempts.</a:t>
            </a:r>
          </a:p>
          <a:p>
            <a:pPr>
              <a:defRPr sz="2000"/>
            </a:pPr>
            <a:r>
              <a:t>4. Threat Intelligence Sharing: Correlating campaigns across domains to prevent repeat 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Dependencies / Show Stoppers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Dependencies:</a:t>
            </a:r>
          </a:p>
          <a:p>
            <a:pPr>
              <a:defRPr sz="2000"/>
            </a:pPr>
            <a:r>
              <a:t>• Access to diverse datasets of phishing and legitimate emails to train the ML models.</a:t>
            </a:r>
          </a:p>
          <a:p>
            <a:pPr>
              <a:defRPr sz="2000"/>
            </a:pPr>
            <a:r>
              <a:t>• Reliable third-party APIs for IP GeoLocation and Domain/WHOIS Intelligence.</a:t>
            </a:r>
          </a:p>
          <a:p>
            <a:pPr>
              <a:defRPr sz="2000"/>
            </a:pPr>
            <a:r>
              <a:t>Show Stoppers (Risks):</a:t>
            </a:r>
          </a:p>
          <a:p>
            <a:pPr>
              <a:defRPr sz="2000"/>
            </a:pPr>
            <a:r>
              <a:t>• Data Privacy (PII): Analyzing email content must comply with strict privacy regulations.</a:t>
            </a:r>
          </a:p>
          <a:p>
            <a:pPr>
              <a:defRPr sz="2000"/>
            </a:pPr>
            <a:r>
              <a:t>• Processing Latency: Deep ML analysis could delay real-time email delivery if not optimized.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 / Processing:</a:t>
            </a:r>
          </a:p>
          <a:p>
            <a:pPr>
              <a:defRPr sz="2000"/>
            </a:pPr>
            <a:r>
              <a:t>• Python (FastAPI): High performance, asynchronous API handling.</a:t>
            </a:r>
          </a:p>
          <a:p>
            <a:pPr>
              <a:defRPr sz="2000"/>
            </a:pPr>
            <a:r>
              <a:t>AI / ML Engine:</a:t>
            </a:r>
          </a:p>
          <a:p>
            <a:pPr>
              <a:defRPr sz="2000"/>
            </a:pPr>
            <a:r>
              <a:t>• HuggingFace Transformers, spaCy, Scikit-learn.</a:t>
            </a:r>
          </a:p>
          <a:p>
            <a:pPr>
              <a:defRPr sz="2000"/>
            </a:pPr>
            <a:r>
              <a:t>Database &amp; Visualization:</a:t>
            </a:r>
          </a:p>
          <a:p>
            <a:pPr>
              <a:defRPr sz="2000"/>
            </a:pPr>
            <a:r>
              <a:t>• Neo4j (Graph DB for attribution), PostgreSQL.</a:t>
            </a:r>
          </a:p>
          <a:p>
            <a:pPr>
              <a:defRPr sz="2000"/>
            </a:pPr>
            <a:r>
              <a:t>Frontend:</a:t>
            </a:r>
          </a:p>
          <a:p>
            <a:pPr>
              <a:defRPr sz="2000"/>
            </a:pPr>
            <a:r>
              <a:t>• React.js / Tailwind CSS for the Analyst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[Name] - Team Leader - [Domain/Skill]</a:t>
            </a:r>
          </a:p>
          <a:p>
            <a:pPr>
              <a:defRPr sz="2000"/>
            </a:pPr>
            <a:r>
              <a:t>2. [Name] - Member - [Domain/Skill]</a:t>
            </a:r>
          </a:p>
          <a:p>
            <a:pPr>
              <a:defRPr sz="2000"/>
            </a:pPr>
            <a:r>
              <a:t>3. [Name] - Member - [Domain/Skill]</a:t>
            </a:r>
          </a:p>
          <a:p>
            <a:pPr>
              <a:defRPr sz="2000"/>
            </a:pPr>
            <a:r>
              <a:t>4. [Name] - Member - [Domain/Skill]</a:t>
            </a:r>
          </a:p>
          <a:p>
            <a:pPr>
              <a:defRPr sz="2000"/>
            </a:pPr>
            <a:r>
              <a:t>5. [Name] - Member - [Domain/Skill]</a:t>
            </a:r>
          </a:p>
          <a:p>
            <a:pPr>
              <a:defRPr sz="2000"/>
            </a:pPr>
            <a:r>
              <a:t>6. [Name] - Member - [Domain/Skill]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