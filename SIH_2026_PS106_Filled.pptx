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 - PS 106</a:t>
            </a:r>
            <a:br/>
            <a:r>
              <a:t>Problem Statement Title - AI-Powered Email Threat Detection, GeoLocation and Forensic Intelligence Platform</a:t>
            </a:r>
            <a:br/>
            <a:r>
              <a:t>Theme - Cybersecurity</a:t>
            </a:r>
            <a:br/>
            <a:r>
              <a:t>PS Category - Software</a:t>
            </a:r>
            <a:br/>
            <a:r>
              <a:t>Team ID - [Your Team ID]</a:t>
            </a:r>
            <a:br/>
            <a:r>
              <a:t>Team Name - [Your Team Name]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IDEA TITLE: AI-Powered Email Threat Detection &amp; Forensic Intelligence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t>Proposed Solution:</a:t>
            </a:r>
            <a:br/>
            <a:r>
              <a:t>• AI-driven forensic platform to detect threats &amp; trace origins.</a:t>
            </a:r>
            <a:br/>
            <a:r>
              <a:t>• Extracts headers, reconstructs relay paths, analyzes SPF/DKIM/DMARC.</a:t>
            </a:r>
            <a:br/>
            <a:br/>
            <a:r>
              <a:t>How it addresses the problem:</a:t>
            </a:r>
            <a:br/>
            <a:r>
              <a:t>• Goes beyond basic blocking by providing deep forensic tracing.</a:t>
            </a:r>
            <a:br/>
            <a:r>
              <a:t>• Uncovers true source infrastructure using IP/Domain intelligence.</a:t>
            </a:r>
            <a:br/>
            <a:br/>
            <a:r>
              <a:t>Innovation and uniqueness:</a:t>
            </a:r>
            <a:br/>
            <a:r>
              <a:t>• Combines NLP/ML for text analysis with Neo4j Graph DB for campaign attribution.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t>Technologies to be used:</a:t>
            </a:r>
            <a:br/>
            <a:r>
              <a:t>• Backend: Python (FastAPI), React.js (Frontend Dashboard)</a:t>
            </a:r>
            <a:br/>
            <a:r>
              <a:t>• AI/ML: HuggingFace Transformers, spaCy, Scikit-learn</a:t>
            </a:r>
            <a:br/>
            <a:r>
              <a:t>• Forensics/DB: PostgreSQL, Neo4j (Graph), MaxMind GeoIP</a:t>
            </a:r>
            <a:br/>
            <a:br/>
            <a:r>
              <a:t>Methodology &amp; Process:</a:t>
            </a:r>
            <a:br/>
            <a:r>
              <a:t>1. Ingestion: Parse .eml files &amp; validate auth protocols.</a:t>
            </a:r>
            <a:br/>
            <a:r>
              <a:t>2. AI Analysis: ML classifies phishing &amp; impersonation language.</a:t>
            </a:r>
            <a:br/>
            <a:r>
              <a:t>3. Traceability: Extract IP hops &amp; map GeoLocation.</a:t>
            </a:r>
            <a:br/>
            <a:r>
              <a:t>4. Correlation: Map domain/IP relationships to identify campaigns.</a:t>
            </a:r>
            <a:br/>
            <a:r>
              <a:t>5. Reporting: Dashboard alerts &amp; PDF forensic reports.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Feasibility Analysis:</a:t>
            </a:r>
            <a:br/>
            <a:r>
              <a:t>• High feasibility utilizing robust open-source ML libraries and scalable frameworks (FastAPI).</a:t>
            </a:r>
            <a:br/>
            <a:r>
              <a:t>• IP and Threat Intel APIs are well-documented and readily available.</a:t>
            </a:r>
            <a:br/>
            <a:br/>
            <a:r>
              <a:t>Potential Challenges &amp; Risks:</a:t>
            </a:r>
            <a:br/>
            <a:r>
              <a:t>• Processing large volumes of emails with low latency.</a:t>
            </a:r>
            <a:br/>
            <a:r>
              <a:t>• Ensuring Data Privacy (PII) during content analysis.</a:t>
            </a:r>
            <a:br/>
            <a:br/>
            <a:r>
              <a:t>Strategies for Overcoming:</a:t>
            </a:r>
            <a:br/>
            <a:r>
              <a:t>• Implement async processing and caching.</a:t>
            </a:r>
            <a:br/>
            <a:r>
              <a:t>• Use data masking/anonymization before ML processing.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Potential Impact:</a:t>
            </a:r>
            <a:br/>
            <a:r>
              <a:t>• Cyber Response Teams: Drastically reduces investigation time.</a:t>
            </a:r>
            <a:br/>
            <a:r>
              <a:t>• Organizations: Secures ecosystems against targeted BEC attacks.</a:t>
            </a:r>
            <a:br/>
            <a:br/>
            <a:r>
              <a:t>Benefits of the Solution:</a:t>
            </a:r>
            <a:br/>
            <a:r>
              <a:t>• Financial: Prevents major losses from payment diversion.</a:t>
            </a:r>
            <a:br/>
            <a:r>
              <a:t>• Security: Real-time blocking of AI-generated phishing.</a:t>
            </a:r>
            <a:br/>
            <a:r>
              <a:t>• Legal: Provides chain-of-custody reporting for law enforcement.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References &amp; Research:</a:t>
            </a:r>
            <a:br/>
            <a:r>
              <a:t>• FBI IC3 Reports on Business Email Compromise (BEC).</a:t>
            </a:r>
            <a:br/>
            <a:r>
              <a:t>• MITRE ATT&amp;CK Framework: Phishing and Initial Access techniques.</a:t>
            </a:r>
            <a:br/>
            <a:r>
              <a:t>• Documentation on Email Authentication: SPF, DKIM, DMARC RFCs.</a:t>
            </a:r>
            <a:br/>
            <a:r>
              <a:t>• Graph-based Threat Intelligence correlation research.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